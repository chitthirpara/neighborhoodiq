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NEIGHBORHOOD IQ // HACKATHON PITCH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NeighborhoodIQ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9E0B"/>
                </a:solidFill>
              </a:rPr>
              <a:t>Eliminating Information Asymmetry in Real Estate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Market Blind Spot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homebuyers make sub-optimal decisions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Standardized Data: ₹2 Crore investments made on 'gut feelings' and broker promises.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Hidden Infrastructure Risks: Severe water shortages &amp; power cuts discovered only AFTER moving in.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'15-Minute' Fallacy: Buyers inspect a house for 15 minutes, but live in the neighborhood for 15 years.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Fragmented Sources: Air quality, crime stats, and future projects exist in silos, impossible for average users to parse.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Command Center for Homebuyers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AI-Powered Neighborhood Due Diligence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Instant Synthesis: Aggregates millions of data points into a single 10-point report card.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 Spatial Context: Hierarchical search (India → City → Society → Property).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Transparency: 'Evidence Ledger' shows exactly where the data came from and its confidence level.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 Intelligence: Replaces raw data with Go/No-Go 'Deal Breaker' toggles.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Feature: Dynamic Buyer Personas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Because 'Good' is subjective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neighborhood with great nightlife is perfect for a bachelor, but terrible for a senior citizen.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proprietary scoring engine dynamically re-weights metrics across 5 personas: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Family: Prioritizes schools, safety, and parks.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Investor: Prioritizes rental yield, market demand, and future infrastructure.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Commuter: Prioritizes transit hubs and traffic delay.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Result: A personalized 'Overall Score' tailored to the exact user.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Feature: The Comparison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Data-driven trade-offs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Side-by-side Radar Charts: Instantly compare up to 3 locations across 7 quality vectors (Schools, Safety, Air, etc.).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Historical Trendlines: Visualize 5-year property value growth and 12-month power outage frequencies.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NeighborhoodIQ: An embedded Gemini 2.5 Flash chat agent.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Users can ask complex questions ('Is this safe for kids?') and get contextual answers based strictly on the generated report.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Brain: Gemini 2.5 Flash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Enforced schema, zero hallucinations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Challenge: LLMs naturally hallucinate free-text when asked for data.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Solution: We pass a strict 110-field JSON schema to Gemini 2.5 Flash.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Guaranteed Structure: The AI is forced to return highly structured JSON containing exact metrics, historical arrays, and POI coordinates.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Resilience: Built-in 'Fallback Mock Engine' guarantees 100% demo uptime even if API quotas are exceeded.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Tech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Modern, scalable, and blazingly fast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Frontend Framework: React 19 + TypeScript (Strict typing for 100+ field data objects).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Tooling: Vite 6 for HMR and optimized production bundles.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Styling: Tailwind CSS v4 (Custom animations, glassmorphism, cinematic dark mode).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Visualization: Recharts (Radar/Line charts) + React-Leaflet (Interactive Maps).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Integration: @google/genai SDK (Gemini 2.5 Flash).</a:t>
            </a:r>
            <a:endParaRPr lang="en-US" sz="1800" dirty="0"/>
          </a:p>
          <a:p>
            <a:pPr>
              <a:lnSpc>
                <a:spcPts val="2800"/>
              </a:lnSpc>
            </a:pPr>
            <a:r>
              <a:rPr lang="en-US" sz="18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Architecture: Component-driven, React Router DOM v7, Custom Error Boundaries.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Scalability &amp; Monetization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clear path to revenue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B2C Freemium Strategy: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free basic scans to build massive user trust and SEO traffic.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B2B SaaS Revenue: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portals (MagicBricks, 99Acres) pay for API access.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Embeddable Widgets: Builders pay to embed the 'NeighborhoodIQ Score' iframe directly on their property listings.</a:t>
            </a:r>
            <a:endParaRPr lang="en-US" sz="2000" dirty="0"/>
          </a:p>
          <a:p>
            <a:pPr>
              <a:lnSpc>
                <a:spcPts val="3200"/>
              </a:lnSpc>
            </a:pPr>
            <a:r>
              <a:rPr lang="en-US" sz="2000" dirty="0">
                <a:solidFill>
                  <a:srgbClr val="A1A1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Moat: Storing anonymized search data builds the largest real estate demand heatmap in India.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</a:rPr>
              <a:t>Live Demonstration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Let's Build Smarter Cities.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NeighborhoodIQ - Hackathon Pitch</dc:title>
  <dc:subject>PptxGenJS Presentation</dc:subject>
  <dc:creator>NeighborhoodIQ</dc:creator>
  <cp:lastModifiedBy>NeighborhoodIQ</cp:lastModifiedBy>
  <cp:revision>1</cp:revision>
  <dcterms:created xsi:type="dcterms:W3CDTF">2026-04-26T14:10:16Z</dcterms:created>
  <dcterms:modified xsi:type="dcterms:W3CDTF">2026-04-26T14:10:16Z</dcterms:modified>
</cp:coreProperties>
</file>