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NeighborhoodIQ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Eliminating Information Asymmetry in Indian Real Estate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Data-Driven Neighborhood Due Diligence Platform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Multi-Crore Blind Spot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Standardized Data: Buyers have zero access to standardized data on schools, crime, or air quality.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Hidden Infrastructure Risks: Finding out about severe water shortages and power outages AFTER moving in.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'15-Minute' Fallacy: You inspect the house for 15 minutes, but live in the neighborhood for 15 years.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Solution: NeighborhoodIQ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AI-aggregated platform generating instant, comprehensive neighborhood quality reports.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Hierarchical Drill-Down: Search from India → City → Society → Property.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Multi-dimensional Data: Evaluating 10+ vectors including Air, Safety, Power, Water, and Commute.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Strict AI Structuring: Powered by Gemini 2.5 Flash with enforced JSON schemas for flawless data extraction.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Dynamic Buyer Personas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neighborhood is not universally 'good' or 'bad' - it depends on who you are.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proprietary scoring engine dynamically re-weights metrics across 5 personas: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→ Family, Investor, Senior, Commuter, and Luxury.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90/100 for an Investor might be a 60/100 for a Family.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Actionable Intelligence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Deal Breakers: Binary Go/No-Go toggles for your non-negotiables (e.g., 'Must have reliable water').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Comparison Matrix: Radar charts comparing up to 3 locations side-by-side.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Ask NeighborhoodIQ: Live chat interface powered by Gemini to query the generated report.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 &amp; 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Frontend: React 19, Vite, TypeScript, Tailwind CSS v4.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Visualization: Recharts (Radar/Line graphs) + React-Leaflet (Interactive Maps).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Engine: Google Gemini 2.5 Flash via strict JSON schema prompting.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Resilience: Built-in fallback mechanisms and strict React Error Boundaries.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Model &amp; Future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B2C (Freemium): Free basic reports for homebuyers to build trust and traffic.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B2B (SaaS API): Property portals (MagicBricks) and builders pay for API access.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 Widget: Provide an embeddable 'NeighborhoodIQ Score' iframe widget for external listings.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Steps: Integration with live government APIs (CPCB, RERA).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Demonstration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1: Dashboard Overview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2: Generate Report for Sindhu Bhavan Road, Ahmedabad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3: Toggle Personas &amp; Deal Breakers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4: Comparison Matrix Analysis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Let's Build Smarter Cities.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NeighborhoodIQ: Because you shouldn't need luck to buy the right home.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NeighborhoodIQ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NeighborhoodIQ Pitch Deck</dc:title>
  <dc:subject>PptxGenJS Presentation</dc:subject>
  <dc:creator>NeighborhoodIQ</dc:creator>
  <cp:lastModifiedBy>NeighborhoodIQ</cp:lastModifiedBy>
  <cp:revision>1</cp:revision>
  <dcterms:created xsi:type="dcterms:W3CDTF">2026-04-26T14:04:21Z</dcterms:created>
  <dcterms:modified xsi:type="dcterms:W3CDTF">2026-04-26T14:04:21Z</dcterms:modified>
</cp:coreProperties>
</file>